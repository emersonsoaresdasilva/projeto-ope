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7" roundtripDataSignature="AMtx7mgUAFgkdmKSEdV+eIoxMi+GU+z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5528464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c5528464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98e0c4ac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c98e0c4ac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98e0c4ace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c98e0c4ace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98e0c4ac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c98e0c4ac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92541843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c92541843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56d62285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c56d62285f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63a4fde3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c63a4fde34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3a4fde3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c63a4fde3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cf8594cef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ccf8594cef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63a4fde3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c63a4fde3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925418432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c925418432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ce1f1cbd4e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ce1f1cbd4e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c56d62285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c56d62285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925418432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c925418432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c925418432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c925418432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63a4fde3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63a4fde3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c63a4fde3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cce74347ab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cce74347a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cce74347ab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cce74347ab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cce74347ab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cce74347ab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ce74347ab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cce74347ab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cce74347ab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cce74347ab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cce74347ab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cce74347ab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cce74347ab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cce74347ab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cce74347ab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c63a4fde3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c63a4fde3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c63a4fde34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55284647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Vender Produtos </a:t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89" name="Google Shape;89;gc552846479_0_0"/>
          <p:cNvSpPr txBox="1"/>
          <p:nvPr>
            <p:ph idx="1" type="body"/>
          </p:nvPr>
        </p:nvSpPr>
        <p:spPr>
          <a:xfrm>
            <a:off x="7527625" y="1825625"/>
            <a:ext cx="4334100" cy="2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888"/>
              <a:buNone/>
            </a:pPr>
            <a:r>
              <a:rPr b="1" lang="pt-BR" sz="7200"/>
              <a:t>Processo</a:t>
            </a:r>
            <a:r>
              <a:rPr lang="pt-BR" sz="7200"/>
              <a:t>: Receber pedido</a:t>
            </a:r>
            <a:endParaRPr sz="7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888"/>
              <a:buNone/>
            </a:pPr>
            <a:r>
              <a:rPr b="1" lang="pt-BR" sz="7200"/>
              <a:t>Evento</a:t>
            </a:r>
            <a:r>
              <a:rPr lang="pt-BR" sz="7200"/>
              <a:t>: </a:t>
            </a:r>
            <a:r>
              <a:rPr lang="pt-BR" sz="7200">
                <a:highlight>
                  <a:schemeClr val="lt1"/>
                </a:highlight>
              </a:rPr>
              <a:t>Cliente realiza pedido</a:t>
            </a:r>
            <a:endParaRPr sz="7200"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888"/>
              <a:buNone/>
            </a:pPr>
            <a:r>
              <a:rPr b="1" lang="pt-BR" sz="7200"/>
              <a:t>Objetivo: </a:t>
            </a:r>
            <a:r>
              <a:rPr lang="pt-BR" sz="7200"/>
              <a:t>Registrar as informações do pedido do cliente</a:t>
            </a:r>
            <a:endParaRPr sz="7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888"/>
              <a:buNone/>
            </a:pPr>
            <a:r>
              <a:rPr b="1" lang="pt-BR" sz="7200"/>
              <a:t>Trabalhador Envolvido</a:t>
            </a:r>
            <a:r>
              <a:rPr lang="pt-BR" sz="7200"/>
              <a:t>: Vendedor</a:t>
            </a:r>
            <a:endParaRPr sz="7200"/>
          </a:p>
          <a:p>
            <a:pPr indent="-29845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1111"/>
              <a:buChar char="●"/>
            </a:pPr>
            <a:r>
              <a:rPr lang="pt-BR" sz="7200"/>
              <a:t>Ao receber a solicitação do cliente, o vendedor deve consultar se o produto está disponível .</a:t>
            </a:r>
            <a:endParaRPr sz="7200"/>
          </a:p>
          <a:p>
            <a:pPr indent="-29845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Char char="○"/>
            </a:pPr>
            <a:r>
              <a:rPr lang="pt-BR" sz="7200"/>
              <a:t>Se não estiver disponível, a solicitação será recusada.</a:t>
            </a:r>
            <a:endParaRPr sz="7200"/>
          </a:p>
          <a:p>
            <a:pPr indent="-2984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Char char="●"/>
            </a:pPr>
            <a:r>
              <a:rPr lang="pt-BR" sz="7200"/>
              <a:t>Informar o valor do produto ao cliente.</a:t>
            </a:r>
            <a:endParaRPr sz="7200"/>
          </a:p>
          <a:p>
            <a:pPr indent="-2984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Char char="●"/>
            </a:pPr>
            <a:r>
              <a:rPr lang="pt-BR" sz="7200"/>
              <a:t>Registrar pedido.</a:t>
            </a:r>
            <a:endParaRPr sz="7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90" name="Google Shape;90;gc55284647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90825"/>
            <a:ext cx="7222824" cy="4298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98e0c4ace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Vender Produtos </a:t>
            </a:r>
            <a:endParaRPr/>
          </a:p>
        </p:txBody>
      </p:sp>
      <p:sp>
        <p:nvSpPr>
          <p:cNvPr id="96" name="Google Shape;96;gc98e0c4ace_0_1"/>
          <p:cNvSpPr txBox="1"/>
          <p:nvPr>
            <p:ph idx="1" type="body"/>
          </p:nvPr>
        </p:nvSpPr>
        <p:spPr>
          <a:xfrm>
            <a:off x="7527625" y="1825625"/>
            <a:ext cx="4334100" cy="29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Tratar Pedido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 Negócio trata o pedido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</a:t>
            </a:r>
            <a:r>
              <a:rPr lang="pt-BR" sz="1800"/>
              <a:t> Registrar e dar andamento no processo de pedido do cliente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Vendedor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Após a resposta do cliente confirmando a compra, o vendedor deve  cadastrar ou consultar os dados do cliente.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registrar o pedido.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 Informar detalhes e o prazo de entrega.</a:t>
            </a:r>
            <a:endParaRPr sz="1800"/>
          </a:p>
        </p:txBody>
      </p:sp>
      <p:pic>
        <p:nvPicPr>
          <p:cNvPr id="97" name="Google Shape;97;gc98e0c4ac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90825"/>
            <a:ext cx="7222824" cy="4298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98e0c4ace_3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Vender Produtos</a:t>
            </a:r>
            <a:endParaRPr/>
          </a:p>
        </p:txBody>
      </p:sp>
      <p:sp>
        <p:nvSpPr>
          <p:cNvPr id="103" name="Google Shape;103;gc98e0c4ace_3_0"/>
          <p:cNvSpPr txBox="1"/>
          <p:nvPr>
            <p:ph idx="1" type="body"/>
          </p:nvPr>
        </p:nvSpPr>
        <p:spPr>
          <a:xfrm>
            <a:off x="7527625" y="1825625"/>
            <a:ext cx="4334100" cy="3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Receber cartão e senha 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</a:t>
            </a:r>
            <a:r>
              <a:rPr lang="pt-BR" sz="1800">
                <a:highlight>
                  <a:srgbClr val="FFFFFF"/>
                </a:highlight>
              </a:rPr>
              <a:t>Cliente fornece cartão e senha para pagamento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 </a:t>
            </a:r>
            <a:r>
              <a:rPr lang="pt-BR" sz="1800"/>
              <a:t>Tratar o processo de pagamento do produto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</a:t>
            </a:r>
            <a:r>
              <a:rPr lang="pt-BR" sz="1800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Vendedor</a:t>
            </a:r>
            <a:endParaRPr sz="1800"/>
          </a:p>
          <a:p>
            <a:pPr indent="-21844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O cliente deve informar os dados do cartão</a:t>
            </a:r>
            <a:endParaRPr sz="1800"/>
          </a:p>
          <a:p>
            <a:pPr indent="-21844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 Solicitar o valor em forma de crédito ou débito para a provedora de cartão</a:t>
            </a:r>
            <a:endParaRPr sz="1800"/>
          </a:p>
          <a:p>
            <a:pPr indent="-21844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BR" sz="1800"/>
              <a:t>O vendedor deve anotar os dados do cartão e a forma de pagamento escolhida.</a:t>
            </a:r>
            <a:endParaRPr sz="1800"/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04" name="Google Shape;104;gc98e0c4ace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90825"/>
            <a:ext cx="7222824" cy="4298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98e0c4ace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Vender Produtos </a:t>
            </a:r>
            <a:endParaRPr/>
          </a:p>
        </p:txBody>
      </p:sp>
      <p:sp>
        <p:nvSpPr>
          <p:cNvPr id="110" name="Google Shape;110;gc98e0c4ace_0_7"/>
          <p:cNvSpPr txBox="1"/>
          <p:nvPr>
            <p:ph idx="1" type="body"/>
          </p:nvPr>
        </p:nvSpPr>
        <p:spPr>
          <a:xfrm>
            <a:off x="7527625" y="1825625"/>
            <a:ext cx="4334100" cy="4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Analisar Resposta da Transação de Débito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</a:t>
            </a:r>
            <a:r>
              <a:rPr lang="pt-BR" sz="1800">
                <a:highlight>
                  <a:srgbClr val="FFFFFF"/>
                </a:highlight>
              </a:rPr>
              <a:t>Negócio analisa a resposta da transação do pagamento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</a:t>
            </a:r>
            <a:r>
              <a:rPr lang="pt-BR" sz="1800"/>
              <a:t> Analisar se a transação será aceita ou não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Operador da provedora do cartão</a:t>
            </a:r>
            <a:endParaRPr sz="1800"/>
          </a:p>
          <a:p>
            <a:pPr indent="-17399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pt-BR" sz="1800"/>
              <a:t>Fazer análise</a:t>
            </a:r>
            <a:endParaRPr sz="1800"/>
          </a:p>
          <a:p>
            <a:pPr indent="-298450" lvl="1" marL="9144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</a:pPr>
            <a:r>
              <a:rPr lang="pt-BR" sz="1800"/>
              <a:t>Se não houver limite suficiente, o valor será recusado.</a:t>
            </a:r>
            <a:endParaRPr sz="1800"/>
          </a:p>
          <a:p>
            <a:pPr indent="-17399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pt-BR" sz="1800"/>
              <a:t>Registrar e atualizar o status da transação para “confirmado”.</a:t>
            </a:r>
            <a:endParaRPr sz="1800"/>
          </a:p>
          <a:p>
            <a:pPr indent="-17399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Char char="•"/>
            </a:pPr>
            <a:r>
              <a:rPr lang="pt-BR" sz="1800"/>
              <a:t>Emitir via da aprovação.</a:t>
            </a:r>
            <a:endParaRPr sz="1800"/>
          </a:p>
        </p:txBody>
      </p:sp>
      <p:pic>
        <p:nvPicPr>
          <p:cNvPr id="111" name="Google Shape;111;gc98e0c4ace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90825"/>
            <a:ext cx="7222824" cy="4298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925418432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Vender Produtos </a:t>
            </a:r>
            <a:endParaRPr/>
          </a:p>
        </p:txBody>
      </p:sp>
      <p:sp>
        <p:nvSpPr>
          <p:cNvPr id="117" name="Google Shape;117;gc925418432_0_5"/>
          <p:cNvSpPr txBox="1"/>
          <p:nvPr>
            <p:ph idx="1" type="body"/>
          </p:nvPr>
        </p:nvSpPr>
        <p:spPr>
          <a:xfrm>
            <a:off x="7527625" y="1825625"/>
            <a:ext cx="4334100" cy="30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Enviar produto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</a:t>
            </a:r>
            <a:r>
              <a:rPr lang="pt-BR" sz="1800">
                <a:highlight>
                  <a:srgbClr val="FFFFFF"/>
                </a:highlight>
              </a:rPr>
              <a:t>Negócio envia o pedido para postagem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 </a:t>
            </a:r>
            <a:r>
              <a:rPr lang="pt-BR" sz="1800"/>
              <a:t>Tratar envio do produto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Trabalhadores </a:t>
            </a:r>
            <a:r>
              <a:rPr b="1" lang="pt-BR" sz="1800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Envolvidos</a:t>
            </a:r>
            <a:r>
              <a:rPr lang="pt-BR" sz="1800"/>
              <a:t>: Vendedor e funcionário dos correios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Após todas as confirmações de pagamento serem feitas, o vendedor deve consultar as informações sobre o pedido e despachar o item na empresa de correspondências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 Retornar código de rastreio ao cliente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8" name="Google Shape;118;gc92541843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90825"/>
            <a:ext cx="7222824" cy="4298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56d62285f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Comprar Produtos</a:t>
            </a:r>
            <a:endParaRPr sz="3100">
              <a:highlight>
                <a:srgbClr val="FF0000"/>
              </a:highlight>
            </a:endParaRPr>
          </a:p>
        </p:txBody>
      </p:sp>
      <p:sp>
        <p:nvSpPr>
          <p:cNvPr id="124" name="Google Shape;124;gc56d62285f_0_6"/>
          <p:cNvSpPr txBox="1"/>
          <p:nvPr/>
        </p:nvSpPr>
        <p:spPr>
          <a:xfrm>
            <a:off x="7366975" y="1914525"/>
            <a:ext cx="4258200" cy="2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Solicitar produtos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Negócio solicita produtos ao fornecedor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Adquirir novas mercadorias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Trabalhadores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Envolvidos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Dono do negócio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receber a solicitação do dono do negócio, o fornecedor verifica os produtos que estão disponível para venda.</a:t>
            </a:r>
            <a:endParaRPr/>
          </a:p>
        </p:txBody>
      </p:sp>
      <p:pic>
        <p:nvPicPr>
          <p:cNvPr id="125" name="Google Shape;125;gc56d62285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25" y="1690825"/>
            <a:ext cx="63055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63a4fde34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Comprar Produtos</a:t>
            </a:r>
            <a:endParaRPr/>
          </a:p>
        </p:txBody>
      </p:sp>
      <p:pic>
        <p:nvPicPr>
          <p:cNvPr id="131" name="Google Shape;131;gc63a4fde34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25" y="1690825"/>
            <a:ext cx="630555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c63a4fde34_0_30"/>
          <p:cNvSpPr txBox="1"/>
          <p:nvPr/>
        </p:nvSpPr>
        <p:spPr>
          <a:xfrm>
            <a:off x="7620100" y="1742225"/>
            <a:ext cx="4114800" cy="50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Pagar produtos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Negócio faz o pagamento para o fornecedor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o processo de quitação de dívida entre o solicitante e o fornecedor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Trabalhadores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Envolvidos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Dono do negócio e fornecedor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fornecedor deve informar o preço ao solicitante.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pagamento não for confirmado, a compra será cancelada.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solicitante faz o pagamento.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o pagamento ser confirmado, o fornecedor deve emitir o comprovante e encaminhar ao solicitante.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que o produto foi vendido.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3a4fde34_0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Comprar Produtos</a:t>
            </a:r>
            <a:endParaRPr/>
          </a:p>
        </p:txBody>
      </p:sp>
      <p:sp>
        <p:nvSpPr>
          <p:cNvPr id="138" name="Google Shape;138;gc63a4fde34_0_24"/>
          <p:cNvSpPr txBox="1"/>
          <p:nvPr/>
        </p:nvSpPr>
        <p:spPr>
          <a:xfrm>
            <a:off x="7591425" y="2085975"/>
            <a:ext cx="4002000" cy="24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Receber produtos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Fornecedor envia produtos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o processo de recebimento dos itens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Trabalhadores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Envolvidos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Dono do negócio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Receber os produtos e verificar se tudo o que foi pedido foi entregue.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as novas mercadorias.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gc63a4fde34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25" y="1690825"/>
            <a:ext cx="63055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cf8594cef_0_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Comprar </a:t>
            </a:r>
            <a:r>
              <a:rPr b="1" lang="pt-BR"/>
              <a:t>Produtos</a:t>
            </a:r>
            <a:endParaRPr/>
          </a:p>
        </p:txBody>
      </p:sp>
      <p:sp>
        <p:nvSpPr>
          <p:cNvPr id="145" name="Google Shape;145;gccf8594cef_0_51"/>
          <p:cNvSpPr txBox="1"/>
          <p:nvPr/>
        </p:nvSpPr>
        <p:spPr>
          <a:xfrm>
            <a:off x="7591425" y="2085975"/>
            <a:ext cx="39738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Avaliar Defeitos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Negócio faz análise nos produtos recebidos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Avaliar e corrigir os defeitos dos produtos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Trabalhadores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Envolvidos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da GamaWare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Avaliar o produto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se a manutenção pode ou não ser feita na própria GamaWare.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ccf8594cef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25" y="1690825"/>
            <a:ext cx="63055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c63a4fde34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Realizar Manutenção</a:t>
            </a:r>
            <a:endParaRPr/>
          </a:p>
        </p:txBody>
      </p:sp>
      <p:sp>
        <p:nvSpPr>
          <p:cNvPr id="152" name="Google Shape;152;gc63a4fde34_0_18"/>
          <p:cNvSpPr txBox="1"/>
          <p:nvPr>
            <p:ph idx="1" type="body"/>
          </p:nvPr>
        </p:nvSpPr>
        <p:spPr>
          <a:xfrm>
            <a:off x="7527625" y="1825625"/>
            <a:ext cx="4334100" cy="4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Avaliar necessidade de terceirização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Negócio avalia há necessidade de terceirizar o serviço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</a:t>
            </a:r>
            <a:r>
              <a:rPr lang="pt-BR" sz="1800"/>
              <a:t>  Terceirizar a mão de obra quando não há maquinário na GamaWare para realizar a manutenção.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 Funcionário do suporte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Avaliar o estoque de peças e verificar se tem o que é necessário para realizar o reparo.</a:t>
            </a:r>
            <a:endParaRPr sz="1800"/>
          </a:p>
          <a:p>
            <a:pPr indent="-311150" lvl="1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pt-BR" sz="1800"/>
              <a:t>Se for necessário usar máquina de solda para trocar capacitores e transistores, o serviço será repassado a terceiros.</a:t>
            </a:r>
            <a:endParaRPr sz="1800"/>
          </a:p>
        </p:txBody>
      </p:sp>
      <p:pic>
        <p:nvPicPr>
          <p:cNvPr id="153" name="Google Shape;153;gc63a4fde34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463" y="1690825"/>
            <a:ext cx="2521871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925418432_0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Realizar Manutenção </a:t>
            </a:r>
            <a:endParaRPr/>
          </a:p>
        </p:txBody>
      </p:sp>
      <p:sp>
        <p:nvSpPr>
          <p:cNvPr id="159" name="Google Shape;159;gc925418432_0_35"/>
          <p:cNvSpPr txBox="1"/>
          <p:nvPr>
            <p:ph idx="1" type="body"/>
          </p:nvPr>
        </p:nvSpPr>
        <p:spPr>
          <a:xfrm>
            <a:off x="7527625" y="1825625"/>
            <a:ext cx="43341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Realizar manutenção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Negócio realiza manutenção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 </a:t>
            </a:r>
            <a:r>
              <a:rPr lang="pt-BR" sz="1800"/>
              <a:t>Realizar a manutenção do produto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Funcionário do suporte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Após analisar a avaria e confirmar se existe peças na GamaWare para atender a solicitação o funcionário deve realizar a manutenção.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60" name="Google Shape;160;gc925418432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463" y="1690825"/>
            <a:ext cx="2521871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e1f1cbd4e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Realizar Manutenção </a:t>
            </a:r>
            <a:endParaRPr/>
          </a:p>
        </p:txBody>
      </p:sp>
      <p:sp>
        <p:nvSpPr>
          <p:cNvPr id="166" name="Google Shape;166;gce1f1cbd4e_0_9"/>
          <p:cNvSpPr txBox="1"/>
          <p:nvPr>
            <p:ph idx="1" type="body"/>
          </p:nvPr>
        </p:nvSpPr>
        <p:spPr>
          <a:xfrm>
            <a:off x="7527625" y="1825625"/>
            <a:ext cx="43341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Finalizar a manutenção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Negócio finaliza manutenção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 </a:t>
            </a:r>
            <a:r>
              <a:rPr lang="pt-BR" sz="1800"/>
              <a:t>Finaliz</a:t>
            </a:r>
            <a:r>
              <a:rPr lang="pt-BR" sz="1800"/>
              <a:t>ar a manutenção do produto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Funcionário do suporte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Encerrar a ordem de manutenção do produto.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67" name="Google Shape;167;gce1f1cbd4e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463" y="1690825"/>
            <a:ext cx="2521871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56d62285f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Atender Solicitação </a:t>
            </a:r>
            <a:endParaRPr/>
          </a:p>
        </p:txBody>
      </p:sp>
      <p:pic>
        <p:nvPicPr>
          <p:cNvPr id="173" name="Google Shape;173;gc56d62285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25" y="1825625"/>
            <a:ext cx="7442551" cy="36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c56d62285f_0_0"/>
          <p:cNvSpPr txBox="1"/>
          <p:nvPr>
            <p:ph idx="1" type="body"/>
          </p:nvPr>
        </p:nvSpPr>
        <p:spPr>
          <a:xfrm>
            <a:off x="7527625" y="1825625"/>
            <a:ext cx="4334100" cy="44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Receber Solicitação de Suporte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:Cliente abre chamado e informa produto comprado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</a:t>
            </a:r>
            <a:r>
              <a:rPr lang="pt-BR" sz="1800"/>
              <a:t>  Tratar chamados abertos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Funcionário do suporte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Se o cliente notar alguma avaria no produto que não foi informada no momento da compra, ele deve abrir uma solicitação de suporte.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 O funcionário irá consultar os dados do pedido feito (compra) e do chamado.</a:t>
            </a:r>
            <a:endParaRPr sz="1800"/>
          </a:p>
          <a:p>
            <a:pPr indent="-298450" lvl="1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</a:pPr>
            <a:r>
              <a:rPr lang="pt-BR" sz="1800"/>
              <a:t>Se o produto possuir mais de 90 dias, a garantia não cobrirá o reparo e o chamado será recusado.</a:t>
            </a:r>
            <a:endParaRPr sz="1800"/>
          </a:p>
          <a:p>
            <a:pPr indent="-34290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BR" sz="1800"/>
              <a:t>Informar o número do chamado.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925418432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Atender Solicitação </a:t>
            </a:r>
            <a:endParaRPr/>
          </a:p>
        </p:txBody>
      </p:sp>
      <p:pic>
        <p:nvPicPr>
          <p:cNvPr id="180" name="Google Shape;180;gc925418432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25" y="1825625"/>
            <a:ext cx="7442551" cy="36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c925418432_0_12"/>
          <p:cNvSpPr txBox="1"/>
          <p:nvPr>
            <p:ph idx="1" type="body"/>
          </p:nvPr>
        </p:nvSpPr>
        <p:spPr>
          <a:xfrm>
            <a:off x="7527625" y="1825625"/>
            <a:ext cx="4334100" cy="49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Analisar  o Problema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Negócio analisa problema e retorna o prazo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</a:t>
            </a:r>
            <a:r>
              <a:rPr b="1" lang="pt-BR" sz="1800"/>
              <a:t>vo: </a:t>
            </a:r>
            <a:r>
              <a:rPr lang="pt-BR" sz="1800"/>
              <a:t>Tratar o chamado</a:t>
            </a:r>
            <a:endParaRPr sz="18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Funcionário do suporte</a:t>
            </a:r>
            <a:endParaRPr sz="1800"/>
          </a:p>
          <a:p>
            <a:pPr indent="-21844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Após obter a resposta do cliente na triagem sobre o defeito do produto, o funcionário deve consultar e atualizar os dados do chamado.</a:t>
            </a:r>
            <a:endParaRPr sz="1800"/>
          </a:p>
          <a:p>
            <a:pPr indent="-298450" lvl="1" marL="9144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</a:pPr>
            <a:r>
              <a:rPr lang="pt-BR" sz="1800"/>
              <a:t>Se o defeito foi causado por mau uso a garantia não cobrirá o conserto. Porém, poderá ser feito um orçamento a parte para  o cliente.</a:t>
            </a:r>
            <a:endParaRPr sz="1800"/>
          </a:p>
          <a:p>
            <a:pPr indent="-298450" lvl="1" marL="9144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</a:pPr>
            <a:r>
              <a:rPr lang="pt-BR" sz="1800"/>
              <a:t>Se o cliente comprou um equipamento que não atende o seu uso e reportar como um defeito, a solicitação também será recusada. Ainda assim, existe a possibilidade de fazer um upgrade por um valor a parte.</a:t>
            </a:r>
            <a:endParaRPr sz="1800"/>
          </a:p>
          <a:p>
            <a:pPr indent="-218440" lvl="0" marL="2286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BR" sz="1800"/>
              <a:t>Informar o prazo para o cliente.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925418432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Atender Solicitação</a:t>
            </a:r>
            <a:endParaRPr/>
          </a:p>
        </p:txBody>
      </p:sp>
      <p:pic>
        <p:nvPicPr>
          <p:cNvPr id="187" name="Google Shape;187;gc925418432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25" y="1825625"/>
            <a:ext cx="7442551" cy="36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c925418432_0_18"/>
          <p:cNvSpPr txBox="1"/>
          <p:nvPr>
            <p:ph idx="1" type="body"/>
          </p:nvPr>
        </p:nvSpPr>
        <p:spPr>
          <a:xfrm>
            <a:off x="7527625" y="1825625"/>
            <a:ext cx="43341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Processo</a:t>
            </a:r>
            <a:r>
              <a:rPr lang="pt-BR" sz="1800"/>
              <a:t>: Acompanhar status da manutenção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Evento</a:t>
            </a:r>
            <a:r>
              <a:rPr lang="pt-BR" sz="1800"/>
              <a:t>: Negócio retorna status do chamado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Objetivo: </a:t>
            </a:r>
            <a:r>
              <a:rPr lang="pt-BR" sz="1800"/>
              <a:t>Informar o cliente sobre o andamento da manutenção do seu produto</a:t>
            </a:r>
            <a:endParaRPr sz="1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800"/>
              <a:t>Trabalhador Envolvido</a:t>
            </a:r>
            <a:r>
              <a:rPr lang="pt-BR" sz="1800"/>
              <a:t>: Funcionário do suporte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Informar o status do chamado.</a:t>
            </a:r>
            <a:endParaRPr sz="1800"/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 Acompanhar detalhes do produto.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c63a4fde34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Capacidade:</a:t>
            </a:r>
            <a:r>
              <a:rPr lang="pt-BR"/>
              <a:t> </a:t>
            </a:r>
            <a:r>
              <a:rPr b="1" lang="pt-BR"/>
              <a:t>Tratar Devoluções</a:t>
            </a:r>
            <a:endParaRPr b="1"/>
          </a:p>
        </p:txBody>
      </p:sp>
      <p:pic>
        <p:nvPicPr>
          <p:cNvPr id="195" name="Google Shape;195;gc63a4fde34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14475"/>
            <a:ext cx="710565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c63a4fde34_0_5"/>
          <p:cNvSpPr txBox="1"/>
          <p:nvPr/>
        </p:nvSpPr>
        <p:spPr>
          <a:xfrm>
            <a:off x="8191475" y="1690825"/>
            <a:ext cx="30000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Receber solicitação de devolução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Cliente abre chamado solicitando devolução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o processo de devolução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Envolvido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da GamaWare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o pedido.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produto possuir mais de sete dias, a solicitação será recusada.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Consultar e informar o número do chamado.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ce74347ab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Capacidade: </a:t>
            </a:r>
            <a:r>
              <a:rPr b="1" lang="pt-BR"/>
              <a:t>Tratar Devoluções</a:t>
            </a:r>
            <a:endParaRPr b="1"/>
          </a:p>
        </p:txBody>
      </p:sp>
      <p:pic>
        <p:nvPicPr>
          <p:cNvPr id="203" name="Google Shape;203;gcce74347a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14475"/>
            <a:ext cx="710565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cce74347ab_0_4"/>
          <p:cNvSpPr txBox="1"/>
          <p:nvPr/>
        </p:nvSpPr>
        <p:spPr>
          <a:xfrm>
            <a:off x="8353800" y="1690825"/>
            <a:ext cx="3000000" cy="4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Analisar solicitação de devolução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Negócio analisa solicitação de devolução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o processo de devolução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Envolvido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da GamaWare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e responder o chamado aberto.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solicitação possuir mais de sete dias após o recebimento do produto, o pedido será negado (lei do consumidor).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cce74347ab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Capacidade: </a:t>
            </a:r>
            <a:r>
              <a:rPr b="1" lang="pt-BR"/>
              <a:t>Tratar Devoluções</a:t>
            </a:r>
            <a:endParaRPr b="1"/>
          </a:p>
        </p:txBody>
      </p:sp>
      <p:pic>
        <p:nvPicPr>
          <p:cNvPr id="211" name="Google Shape;211;gcce74347ab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14475"/>
            <a:ext cx="710565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cce74347ab_0_10"/>
          <p:cNvSpPr txBox="1"/>
          <p:nvPr/>
        </p:nvSpPr>
        <p:spPr>
          <a:xfrm>
            <a:off x="8353800" y="1690825"/>
            <a:ext cx="30000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Devolver valor do produto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Negócio devolve o valor do produto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Restituir o valor ao cliente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Envolvido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da GamaWare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a confirmação de que a devolução pode ser feita, o funcionário deve consultar o valor do produto.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Estornar a quantia ao cliente.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cce74347ab_0_29"/>
          <p:cNvSpPr txBox="1"/>
          <p:nvPr>
            <p:ph type="title"/>
          </p:nvPr>
        </p:nvSpPr>
        <p:spPr>
          <a:xfrm>
            <a:off x="838200" y="365125"/>
            <a:ext cx="107742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Capacidade: </a:t>
            </a:r>
            <a:r>
              <a:rPr b="1" lang="pt-BR"/>
              <a:t>Terceirizar Manutenção de Produtos</a:t>
            </a:r>
            <a:endParaRPr b="1"/>
          </a:p>
        </p:txBody>
      </p:sp>
      <p:pic>
        <p:nvPicPr>
          <p:cNvPr id="219" name="Google Shape;219;gcce74347ab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00" y="1823025"/>
            <a:ext cx="849630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cce74347ab_0_29"/>
          <p:cNvSpPr txBox="1"/>
          <p:nvPr/>
        </p:nvSpPr>
        <p:spPr>
          <a:xfrm>
            <a:off x="8830500" y="1558750"/>
            <a:ext cx="3000000" cy="53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Solicitar serviço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Negócio solicita serviço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Funcionário faz a análise da solicitação de suporte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Envolvido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do suporte terceirizado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receber a solicitação, o funcionário deve consultar as informações sobre o produto.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solicitação não puder ser atendida será recusada.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Consultar se há recursos para realizar a manutenção.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todas as informações da manutenção.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cce74347ab_0_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Capacidade: </a:t>
            </a:r>
            <a:r>
              <a:rPr b="1" lang="pt-BR"/>
              <a:t>Terceirizar Manutenção de Produtos</a:t>
            </a:r>
            <a:endParaRPr b="1"/>
          </a:p>
        </p:txBody>
      </p:sp>
      <p:pic>
        <p:nvPicPr>
          <p:cNvPr id="227" name="Google Shape;227;gcce74347ab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00" y="1823025"/>
            <a:ext cx="849630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cce74347ab_0_23"/>
          <p:cNvSpPr txBox="1"/>
          <p:nvPr/>
        </p:nvSpPr>
        <p:spPr>
          <a:xfrm>
            <a:off x="8830500" y="1829250"/>
            <a:ext cx="3000000" cy="3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Analisar valor da manutenção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Terceiro retorna preço do serviço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e informar  o orçamento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Envolvido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do suporte terceirizado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a manutenção feita e registrar tudo o que foi feito.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Informar preço ao solicitante.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Aguardar a confirmação.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cce74347ab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Capacidade: </a:t>
            </a:r>
            <a:r>
              <a:rPr b="1" lang="pt-BR"/>
              <a:t>Terceirizar Manutenção de Produtos</a:t>
            </a:r>
            <a:endParaRPr b="1"/>
          </a:p>
        </p:txBody>
      </p:sp>
      <p:pic>
        <p:nvPicPr>
          <p:cNvPr id="235" name="Google Shape;235;gcce74347ab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00" y="1823025"/>
            <a:ext cx="849630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cce74347ab_0_17"/>
          <p:cNvSpPr txBox="1"/>
          <p:nvPr/>
        </p:nvSpPr>
        <p:spPr>
          <a:xfrm>
            <a:off x="8554275" y="1690825"/>
            <a:ext cx="3000000" cy="3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Realizar pagamento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Negócio realiza pagamento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Receber o pagamento e iniciar o processo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Envolvido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do suporte terceirizado e funcionário da GamaWare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o pagamento ser confirmado, o suporte terceirizado deve realizar a manutenção no produto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Registrar a manutenção feita no produto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c63a4fde34_0_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Capacidade: </a:t>
            </a:r>
            <a:r>
              <a:rPr b="1" lang="pt-BR"/>
              <a:t>Terceirizar Manutenção de Produtos				</a:t>
            </a:r>
            <a:endParaRPr b="1"/>
          </a:p>
        </p:txBody>
      </p:sp>
      <p:pic>
        <p:nvPicPr>
          <p:cNvPr id="243" name="Google Shape;243;gc63a4fde34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00" y="1823025"/>
            <a:ext cx="849630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c63a4fde34_0_36"/>
          <p:cNvSpPr txBox="1"/>
          <p:nvPr/>
        </p:nvSpPr>
        <p:spPr>
          <a:xfrm>
            <a:off x="8830500" y="1823025"/>
            <a:ext cx="3000000" cy="3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Receber produtos manutenidos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Terceiro envia produto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Receber a mercadoria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Envolvido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Funcionário da GamaWare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Avaliar o produto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Analisar se a manutenção foi realizada de acordo com o solicitado.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2019-12-11T13:11:31Z</dcterms:created>
  <dc:creator>Osvaldo Takai</dc:creator>
</cp:coreProperties>
</file>