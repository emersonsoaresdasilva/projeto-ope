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8" roundtripDataSignature="AMtx7mhNEZ2tHrnRw7zLt3cKEHKSpJZR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6" name="Google Shape;216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8" name="Google Shape;238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Verifica se o produto de venda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Solicita os dados de cadastro do cliente.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29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 em status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a transação foi recusada.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 “pagamento confirmado”.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138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produto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/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/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pt-BR" sz="2000">
                <a:highlight>
                  <a:schemeClr val="lt1"/>
                </a:highlight>
              </a:rPr>
              <a:t>	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código de rastreio da empresa de 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“a caminho”.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Finalizar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recebido da empresa de correspondências não for “entregue”, o status do pedido não é atualizado.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é atualizado para “entregue”.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Capacidade: </a:t>
            </a:r>
            <a:r>
              <a:rPr b="1"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Atender Solicitação de Suporte</a:t>
            </a:r>
            <a:r>
              <a:rPr b="1" lang="pt-BR">
                <a:highlight>
                  <a:srgbClr val="FF0000"/>
                </a:highlight>
              </a:rPr>
              <a:t> 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131" name="Google Shape;131;gc56d62285f_0_0"/>
          <p:cNvSpPr txBox="1"/>
          <p:nvPr>
            <p:ph idx="1" type="body"/>
          </p:nvPr>
        </p:nvSpPr>
        <p:spPr>
          <a:xfrm>
            <a:off x="7346650" y="1690825"/>
            <a:ext cx="4334100" cy="47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suporte, o atendente verifica o problema descrito e </a:t>
            </a:r>
            <a:r>
              <a:rPr lang="pt-BR" sz="2000">
                <a:highlight>
                  <a:schemeClr val="lt1"/>
                </a:highlight>
              </a:rPr>
              <a:t>armazena a solicitação em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produto possuir mais do que noventa dias após o recebimento, o atendente informa a recusa do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2" name="Google Shape;132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30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8" name="Google Shape;138;gc925418432_0_12"/>
          <p:cNvSpPr txBox="1"/>
          <p:nvPr>
            <p:ph idx="1" type="body"/>
          </p:nvPr>
        </p:nvSpPr>
        <p:spPr>
          <a:xfrm>
            <a:off x="7346650" y="1690825"/>
            <a:ext cx="4433700" cy="4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prazo, testes e orçamento.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</a:t>
            </a:r>
            <a:r>
              <a:rPr lang="pt-BR" sz="2000">
                <a:highlight>
                  <a:schemeClr val="lt1"/>
                </a:highlight>
              </a:rPr>
              <a:t>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problema descrito no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o cliente comprou um equipamento que não atende o seu uso e reportar como um defeito, a solicitação será recusada e o status do chamado encerrado.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Auxilia o cliente a realizar os testes diagnósticos e atualiza o chamado de acordo com o resultado dos testes.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orçamento.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30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45" name="Google Shape;145;gce01f6a808_0_0"/>
          <p:cNvSpPr txBox="1"/>
          <p:nvPr>
            <p:ph idx="1" type="body"/>
          </p:nvPr>
        </p:nvSpPr>
        <p:spPr>
          <a:xfrm>
            <a:off x="7346925" y="1690825"/>
            <a:ext cx="4334100" cy="36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confirmação da manutenção e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Realizar a manutenção no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Técnico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</a:t>
            </a:r>
            <a:r>
              <a:rPr lang="pt-BR" sz="2000">
                <a:highlight>
                  <a:schemeClr val="lt1"/>
                </a:highlight>
              </a:rPr>
              <a:t>o produto do cliente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Inicia a manutenção e guarda o status da manutenção “iniciada”.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46" name="Google Shape;146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925418432_0_18"/>
          <p:cNvSpPr txBox="1"/>
          <p:nvPr>
            <p:ph idx="1" type="body"/>
          </p:nvPr>
        </p:nvSpPr>
        <p:spPr>
          <a:xfrm>
            <a:off x="7346650" y="1686300"/>
            <a:ext cx="4334100" cy="4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Informar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ao cliente o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status do cliente, verifica o chamado e informa o status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53" name="Google Shape;153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d2b4982aba_0_41"/>
          <p:cNvSpPr txBox="1"/>
          <p:nvPr>
            <p:ph idx="1" type="body"/>
          </p:nvPr>
        </p:nvSpPr>
        <p:spPr>
          <a:xfrm>
            <a:off x="7346650" y="1686300"/>
            <a:ext cx="43341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Devolver o produto consertado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a manutenção foi finalizada.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a manutenção não foi “encerrada”, o produto não é devolvido. 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</a:t>
            </a:r>
            <a:r>
              <a:rPr lang="pt-BR" sz="2000">
                <a:highlight>
                  <a:schemeClr val="lt1"/>
                </a:highlight>
              </a:rPr>
              <a:t> o produto em produto manutenção e devolve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0" name="Google Shape;160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67" name="Google Shape;167;gc63a4fde34_0_5"/>
          <p:cNvSpPr txBox="1"/>
          <p:nvPr/>
        </p:nvSpPr>
        <p:spPr>
          <a:xfrm>
            <a:off x="8039100" y="1373100"/>
            <a:ext cx="3771300" cy="54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faz solicitação de devolução e devolve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pedido do client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 e guarda o produto em produto de devolução e guarda a solicitação em chamado de devolução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pedido não existir ou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produto possuir mais de sete dias de uso, o atendente informa ao cliente que a solicitação foi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número do chamado ao cliente.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5" name="Google Shape;175;gcce74347ab_0_4"/>
          <p:cNvSpPr txBox="1"/>
          <p:nvPr/>
        </p:nvSpPr>
        <p:spPr>
          <a:xfrm>
            <a:off x="8039100" y="1690825"/>
            <a:ext cx="3485100" cy="37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Atendente envia status do chamado e recibo para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status do chamado e recibo de devolução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o status do chamado de devolução e o recibo de devolução para assinatura.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3" name="Google Shape;183;gcce74347ab_0_10"/>
          <p:cNvSpPr txBox="1"/>
          <p:nvPr/>
        </p:nvSpPr>
        <p:spPr>
          <a:xfrm>
            <a:off x="8039100" y="1690825"/>
            <a:ext cx="3900900" cy="47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envia recibo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 e guarda em chamado de devolução.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total do produto de devolu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ção e devolve valor do produto ao cliente.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de devolução para “encerrado”.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0" name="Google Shape;190;gc56d62285f_0_6"/>
          <p:cNvSpPr txBox="1"/>
          <p:nvPr/>
        </p:nvSpPr>
        <p:spPr>
          <a:xfrm>
            <a:off x="7205050" y="1690825"/>
            <a:ext cx="4258200" cy="338551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faz solicitação de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4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/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fornecedores cadastrados, a solicitação não será realizada.</a:t>
            </a:r>
            <a:endParaRPr/>
          </a:p>
          <a:p>
            <a:pPr indent="-228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97" name="Google Shape;197;gc63a4fde34_0_30"/>
          <p:cNvSpPr txBox="1"/>
          <p:nvPr/>
        </p:nvSpPr>
        <p:spPr>
          <a:xfrm>
            <a:off x="7205050" y="1690825"/>
            <a:ext cx="4114800" cy="3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5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em lançamento disponível para compra dos produtos e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confirmação ao fornecedor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04" name="Google Shape;204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05" name="Google Shape;205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 de venda.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19" name="Google Shape;219;gcce74347ab_0_29"/>
          <p:cNvSpPr txBox="1"/>
          <p:nvPr/>
        </p:nvSpPr>
        <p:spPr>
          <a:xfrm>
            <a:off x="8643575" y="1062300"/>
            <a:ext cx="35004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solicita serviço de manutenção e envia p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roduto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/>
          </a:p>
          <a:p>
            <a:pPr indent="-219075" lvl="0" marL="3600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fornecedores para realizar a manutenção.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fornecedores cadastrados, a solicitação não será realizada.</a:t>
            </a:r>
            <a:endParaRPr b="0" i="0" sz="2000" u="none" cap="none" strike="noStrike">
              <a:solidFill>
                <a:srgbClr val="000000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53150" lvl="0" marL="4500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pt-BR" sz="2000"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Envia o produto para o terceiro.</a:t>
            </a:r>
            <a:endParaRPr sz="2000"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5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d2b4982aba_0_115"/>
          <p:cNvSpPr txBox="1"/>
          <p:nvPr>
            <p:ph idx="1" type="body"/>
          </p:nvPr>
        </p:nvSpPr>
        <p:spPr>
          <a:xfrm>
            <a:off x="8396925" y="1711525"/>
            <a:ext cx="3663300" cy="4698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26" name="Google Shape;226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27" name="Google Shape;227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5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5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1" name="Google Shape;241;gcce74347ab_0_17"/>
          <p:cNvSpPr txBox="1"/>
          <p:nvPr/>
        </p:nvSpPr>
        <p:spPr>
          <a:xfrm>
            <a:off x="8643575" y="1711525"/>
            <a:ext cx="3497100" cy="48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/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manutenção solicitada, o pagamento não é realizado.</a:t>
            </a:r>
            <a:endParaRPr/>
          </a:p>
          <a:p>
            <a:pPr indent="-228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e 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ealiza pagamento.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5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49" name="Google Shape;249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 Receber comprovante de pagamento e nota fiscal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e guarda em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manutenção.</a:t>
            </a:r>
            <a:endParaRPr b="1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5"/>
            <a:ext cx="8338774" cy="3534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