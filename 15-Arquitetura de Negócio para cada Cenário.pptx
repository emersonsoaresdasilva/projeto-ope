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Gill Sans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3" roundtripDataSignature="AMtx7mgDTNwmsR0O/s5sL5xQHr1NVIfa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illSans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Gill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0006194b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c0006194b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0006194b4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c0006194b4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092896149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c092896149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8f36996b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c8f36996b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092896149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c092896149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092896149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c092896149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0006194b4_0_5"/>
          <p:cNvSpPr txBox="1"/>
          <p:nvPr>
            <p:ph type="title"/>
          </p:nvPr>
        </p:nvSpPr>
        <p:spPr>
          <a:xfrm>
            <a:off x="838200" y="3652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Contexto de Negócio</a:t>
            </a:r>
            <a:endParaRPr/>
          </a:p>
        </p:txBody>
      </p:sp>
      <p:sp>
        <p:nvSpPr>
          <p:cNvPr id="89" name="Google Shape;89;gc0006194b4_0_5"/>
          <p:cNvSpPr/>
          <p:nvPr/>
        </p:nvSpPr>
        <p:spPr>
          <a:xfrm>
            <a:off x="1889705" y="2798201"/>
            <a:ext cx="1336500" cy="91440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gc0006194b4_0_5"/>
          <p:cNvCxnSpPr>
            <a:stCxn id="89" idx="3"/>
            <a:endCxn id="91" idx="1"/>
          </p:cNvCxnSpPr>
          <p:nvPr/>
        </p:nvCxnSpPr>
        <p:spPr>
          <a:xfrm>
            <a:off x="3226205" y="3255401"/>
            <a:ext cx="3465300" cy="6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92" name="Google Shape;92;gc0006194b4_0_5"/>
          <p:cNvSpPr txBox="1"/>
          <p:nvPr/>
        </p:nvSpPr>
        <p:spPr>
          <a:xfrm>
            <a:off x="3414375" y="2192750"/>
            <a:ext cx="336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/>
              <a:t>Comprar</a:t>
            </a:r>
            <a:r>
              <a:rPr lang="pt-BR"/>
              <a:t> produtos</a:t>
            </a:r>
            <a:endParaRPr/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Solicitar suporte</a:t>
            </a:r>
            <a:endParaRPr>
              <a:solidFill>
                <a:schemeClr val="dk1"/>
              </a:solidFill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Efetuar devolução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c0006194b4_0_5"/>
          <p:cNvSpPr/>
          <p:nvPr/>
        </p:nvSpPr>
        <p:spPr>
          <a:xfrm>
            <a:off x="6691401" y="2185748"/>
            <a:ext cx="3036900" cy="2139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c0006194b4_0_5"/>
          <p:cNvSpPr/>
          <p:nvPr/>
        </p:nvSpPr>
        <p:spPr>
          <a:xfrm>
            <a:off x="7541588" y="5361005"/>
            <a:ext cx="1336500" cy="914400"/>
          </a:xfrm>
          <a:prstGeom prst="rect">
            <a:avLst/>
          </a:prstGeom>
          <a:solidFill>
            <a:srgbClr val="3D85C6"/>
          </a:solidFill>
          <a:ln cap="flat" cmpd="sng" w="12700">
            <a:solidFill>
              <a:srgbClr val="1155C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Fornecedor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gc0006194b4_0_5"/>
          <p:cNvCxnSpPr>
            <a:stCxn id="93" idx="0"/>
            <a:endCxn id="91" idx="2"/>
          </p:cNvCxnSpPr>
          <p:nvPr/>
        </p:nvCxnSpPr>
        <p:spPr>
          <a:xfrm rot="-5400000">
            <a:off x="7692188" y="4842755"/>
            <a:ext cx="1035900" cy="6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3C7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95" name="Google Shape;95;gc0006194b4_0_5"/>
          <p:cNvSpPr txBox="1"/>
          <p:nvPr/>
        </p:nvSpPr>
        <p:spPr>
          <a:xfrm>
            <a:off x="8343975" y="4878525"/>
            <a:ext cx="203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 startAt="4"/>
            </a:pPr>
            <a:r>
              <a:rPr lang="pt-BR">
                <a:solidFill>
                  <a:schemeClr val="dk1"/>
                </a:solidFill>
              </a:rPr>
              <a:t>Vender produtos</a:t>
            </a:r>
            <a:endParaRPr/>
          </a:p>
        </p:txBody>
      </p:sp>
      <p:sp>
        <p:nvSpPr>
          <p:cNvPr id="96" name="Google Shape;96;gc0006194b4_0_5"/>
          <p:cNvSpPr/>
          <p:nvPr/>
        </p:nvSpPr>
        <p:spPr>
          <a:xfrm>
            <a:off x="1889688" y="5361005"/>
            <a:ext cx="1336500" cy="914400"/>
          </a:xfrm>
          <a:prstGeom prst="rect">
            <a:avLst/>
          </a:prstGeom>
          <a:solidFill>
            <a:srgbClr val="38761D"/>
          </a:solidFill>
          <a:ln cap="flat" cmpd="sng" w="12700">
            <a:solidFill>
              <a:srgbClr val="38761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>
                <a:solidFill>
                  <a:srgbClr val="FFFFFF"/>
                </a:solidFill>
              </a:rPr>
              <a:t>Terceiro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gc0006194b4_0_5"/>
          <p:cNvCxnSpPr>
            <a:stCxn id="96" idx="0"/>
          </p:cNvCxnSpPr>
          <p:nvPr/>
        </p:nvCxnSpPr>
        <p:spPr>
          <a:xfrm rot="-5400000">
            <a:off x="4106238" y="2666405"/>
            <a:ext cx="1146300" cy="4242900"/>
          </a:xfrm>
          <a:prstGeom prst="curvedConnector2">
            <a:avLst/>
          </a:prstGeom>
          <a:noFill/>
          <a:ln cap="flat" cmpd="sng" w="9525">
            <a:solidFill>
              <a:srgbClr val="38761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98" name="Google Shape;98;gc0006194b4_0_5"/>
          <p:cNvSpPr txBox="1"/>
          <p:nvPr/>
        </p:nvSpPr>
        <p:spPr>
          <a:xfrm>
            <a:off x="3414375" y="4878525"/>
            <a:ext cx="336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 startAt="5"/>
            </a:pPr>
            <a:r>
              <a:rPr lang="pt-BR">
                <a:solidFill>
                  <a:schemeClr val="dk1"/>
                </a:solidFill>
              </a:rPr>
              <a:t>Prestar serviço de manutenção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0006194b4_0_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Cenário: Comprar Produtos</a:t>
            </a:r>
            <a:endParaRPr/>
          </a:p>
        </p:txBody>
      </p:sp>
      <p:sp>
        <p:nvSpPr>
          <p:cNvPr id="104" name="Google Shape;104;gc0006194b4_0_48"/>
          <p:cNvSpPr/>
          <p:nvPr/>
        </p:nvSpPr>
        <p:spPr>
          <a:xfrm>
            <a:off x="7537797" y="3189570"/>
            <a:ext cx="1627500" cy="584400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(Nó Operacional)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gc0006194b4_0_48"/>
          <p:cNvSpPr/>
          <p:nvPr/>
        </p:nvSpPr>
        <p:spPr>
          <a:xfrm>
            <a:off x="7641957" y="4296338"/>
            <a:ext cx="1278300" cy="538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Tratar Saída de Veículo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c0006194b4_0_48"/>
          <p:cNvSpPr/>
          <p:nvPr/>
        </p:nvSpPr>
        <p:spPr>
          <a:xfrm>
            <a:off x="2035125" y="3097655"/>
            <a:ext cx="1336500" cy="91440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gc0006194b4_0_48"/>
          <p:cNvCxnSpPr>
            <a:stCxn id="106" idx="3"/>
            <a:endCxn id="104" idx="2"/>
          </p:cNvCxnSpPr>
          <p:nvPr/>
        </p:nvCxnSpPr>
        <p:spPr>
          <a:xfrm>
            <a:off x="3371625" y="3554855"/>
            <a:ext cx="4166100" cy="6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08" name="Google Shape;108;gc0006194b4_0_48"/>
          <p:cNvSpPr/>
          <p:nvPr/>
        </p:nvSpPr>
        <p:spPr>
          <a:xfrm>
            <a:off x="6546142" y="2321866"/>
            <a:ext cx="3610800" cy="2875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gc0006194b4_0_48"/>
          <p:cNvCxnSpPr>
            <a:stCxn id="104" idx="3"/>
            <a:endCxn id="105" idx="0"/>
          </p:cNvCxnSpPr>
          <p:nvPr/>
        </p:nvCxnSpPr>
        <p:spPr>
          <a:xfrm>
            <a:off x="8278497" y="3773970"/>
            <a:ext cx="2700" cy="5223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10" name="Google Shape;110;gc0006194b4_0_48"/>
          <p:cNvSpPr/>
          <p:nvPr/>
        </p:nvSpPr>
        <p:spPr>
          <a:xfrm>
            <a:off x="7537725" y="3189575"/>
            <a:ext cx="1627500" cy="584400"/>
          </a:xfrm>
          <a:prstGeom prst="cube">
            <a:avLst>
              <a:gd fmla="val 25000" name="adj"/>
            </a:avLst>
          </a:prstGeom>
          <a:solidFill>
            <a:srgbClr val="F1C232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Vendas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(nó operacional)</a:t>
            </a:r>
            <a:endParaRPr sz="1000"/>
          </a:p>
        </p:txBody>
      </p:sp>
      <p:sp>
        <p:nvSpPr>
          <p:cNvPr id="111" name="Google Shape;111;gc0006194b4_0_48"/>
          <p:cNvSpPr/>
          <p:nvPr/>
        </p:nvSpPr>
        <p:spPr>
          <a:xfrm>
            <a:off x="7640700" y="4304450"/>
            <a:ext cx="1278300" cy="522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38761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Vender produtos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092896149_1_12"/>
          <p:cNvSpPr/>
          <p:nvPr/>
        </p:nvSpPr>
        <p:spPr>
          <a:xfrm>
            <a:off x="7537797" y="3189570"/>
            <a:ext cx="1627500" cy="584400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(Nó Operacional)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gc092896149_1_12"/>
          <p:cNvSpPr/>
          <p:nvPr/>
        </p:nvSpPr>
        <p:spPr>
          <a:xfrm>
            <a:off x="8457550" y="4437900"/>
            <a:ext cx="1278300" cy="522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38761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Realizar manutenção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18" name="Google Shape;118;gc092896149_1_12"/>
          <p:cNvSpPr/>
          <p:nvPr/>
        </p:nvSpPr>
        <p:spPr>
          <a:xfrm>
            <a:off x="7542300" y="3181400"/>
            <a:ext cx="1627500" cy="584400"/>
          </a:xfrm>
          <a:prstGeom prst="cube">
            <a:avLst>
              <a:gd fmla="val 25000" name="adj"/>
            </a:avLst>
          </a:prstGeom>
          <a:solidFill>
            <a:srgbClr val="F1C232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Manutenção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(nó operacional)</a:t>
            </a:r>
            <a:endParaRPr sz="1000"/>
          </a:p>
        </p:txBody>
      </p:sp>
      <p:sp>
        <p:nvSpPr>
          <p:cNvPr id="119" name="Google Shape;119;gc092896149_1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Cenário: </a:t>
            </a:r>
            <a:r>
              <a:rPr lang="pt-BR"/>
              <a:t>Solicitar</a:t>
            </a:r>
            <a:r>
              <a:rPr lang="pt-BR"/>
              <a:t> Suporte</a:t>
            </a:r>
            <a:endParaRPr/>
          </a:p>
        </p:txBody>
      </p:sp>
      <p:sp>
        <p:nvSpPr>
          <p:cNvPr id="120" name="Google Shape;120;gc092896149_1_12"/>
          <p:cNvSpPr/>
          <p:nvPr/>
        </p:nvSpPr>
        <p:spPr>
          <a:xfrm>
            <a:off x="2035125" y="3097655"/>
            <a:ext cx="1336500" cy="91440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gc092896149_1_12"/>
          <p:cNvCxnSpPr>
            <a:stCxn id="120" idx="3"/>
          </p:cNvCxnSpPr>
          <p:nvPr/>
        </p:nvCxnSpPr>
        <p:spPr>
          <a:xfrm flipH="1" rot="10800000">
            <a:off x="3371625" y="3546755"/>
            <a:ext cx="4170600" cy="8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22" name="Google Shape;122;gc092896149_1_12"/>
          <p:cNvCxnSpPr>
            <a:stCxn id="118" idx="3"/>
            <a:endCxn id="117" idx="0"/>
          </p:cNvCxnSpPr>
          <p:nvPr/>
        </p:nvCxnSpPr>
        <p:spPr>
          <a:xfrm>
            <a:off x="8283000" y="3765800"/>
            <a:ext cx="813600" cy="6720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23" name="Google Shape;123;gc092896149_1_12"/>
          <p:cNvCxnSpPr>
            <a:stCxn id="118" idx="3"/>
          </p:cNvCxnSpPr>
          <p:nvPr/>
        </p:nvCxnSpPr>
        <p:spPr>
          <a:xfrm flipH="1">
            <a:off x="7542300" y="3765800"/>
            <a:ext cx="740700" cy="6720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24" name="Google Shape;124;gc092896149_1_12"/>
          <p:cNvSpPr/>
          <p:nvPr/>
        </p:nvSpPr>
        <p:spPr>
          <a:xfrm>
            <a:off x="6795075" y="4437900"/>
            <a:ext cx="1278300" cy="522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38761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Atender solicitação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25" name="Google Shape;125;gc092896149_1_12"/>
          <p:cNvSpPr/>
          <p:nvPr/>
        </p:nvSpPr>
        <p:spPr>
          <a:xfrm>
            <a:off x="6546142" y="2321866"/>
            <a:ext cx="3610800" cy="2875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8f36996b5_0_0"/>
          <p:cNvSpPr/>
          <p:nvPr/>
        </p:nvSpPr>
        <p:spPr>
          <a:xfrm>
            <a:off x="7537797" y="3189570"/>
            <a:ext cx="1627500" cy="584400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(Nó Operacional)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gc8f36996b5_0_0"/>
          <p:cNvSpPr/>
          <p:nvPr/>
        </p:nvSpPr>
        <p:spPr>
          <a:xfrm>
            <a:off x="7641957" y="4296338"/>
            <a:ext cx="1278300" cy="538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Tratar Saída de Veículo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gc8f36996b5_0_0"/>
          <p:cNvCxnSpPr>
            <a:stCxn id="130" idx="3"/>
            <a:endCxn id="131" idx="0"/>
          </p:cNvCxnSpPr>
          <p:nvPr/>
        </p:nvCxnSpPr>
        <p:spPr>
          <a:xfrm>
            <a:off x="8278497" y="3773970"/>
            <a:ext cx="2700" cy="5223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33" name="Google Shape;133;gc8f36996b5_0_0"/>
          <p:cNvSpPr/>
          <p:nvPr/>
        </p:nvSpPr>
        <p:spPr>
          <a:xfrm>
            <a:off x="7640700" y="4304450"/>
            <a:ext cx="1278300" cy="522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38761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Tratar devoluções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34" name="Google Shape;134;gc8f36996b5_0_0"/>
          <p:cNvSpPr/>
          <p:nvPr/>
        </p:nvSpPr>
        <p:spPr>
          <a:xfrm>
            <a:off x="7542300" y="3181400"/>
            <a:ext cx="1627500" cy="584400"/>
          </a:xfrm>
          <a:prstGeom prst="cube">
            <a:avLst>
              <a:gd fmla="val 25000" name="adj"/>
            </a:avLst>
          </a:prstGeom>
          <a:solidFill>
            <a:srgbClr val="F1C232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Atendimento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(nó operacional)</a:t>
            </a:r>
            <a:endParaRPr sz="1000"/>
          </a:p>
        </p:txBody>
      </p:sp>
      <p:sp>
        <p:nvSpPr>
          <p:cNvPr id="135" name="Google Shape;135;gc8f36996b5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Cenário: Efetuar Devolução</a:t>
            </a:r>
            <a:endParaRPr/>
          </a:p>
        </p:txBody>
      </p:sp>
      <p:sp>
        <p:nvSpPr>
          <p:cNvPr id="136" name="Google Shape;136;gc8f36996b5_0_0"/>
          <p:cNvSpPr/>
          <p:nvPr/>
        </p:nvSpPr>
        <p:spPr>
          <a:xfrm>
            <a:off x="2035125" y="3097655"/>
            <a:ext cx="1336500" cy="91440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gc8f36996b5_0_0"/>
          <p:cNvCxnSpPr>
            <a:stCxn id="136" idx="3"/>
          </p:cNvCxnSpPr>
          <p:nvPr/>
        </p:nvCxnSpPr>
        <p:spPr>
          <a:xfrm flipH="1" rot="10800000">
            <a:off x="3371625" y="3546755"/>
            <a:ext cx="4170600" cy="8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38" name="Google Shape;138;gc8f36996b5_0_0"/>
          <p:cNvCxnSpPr/>
          <p:nvPr/>
        </p:nvCxnSpPr>
        <p:spPr>
          <a:xfrm>
            <a:off x="8278497" y="3773970"/>
            <a:ext cx="2700" cy="5223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39" name="Google Shape;139;gc8f36996b5_0_0"/>
          <p:cNvSpPr/>
          <p:nvPr/>
        </p:nvSpPr>
        <p:spPr>
          <a:xfrm>
            <a:off x="6546142" y="2321866"/>
            <a:ext cx="3610800" cy="2875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092896149_1_24"/>
          <p:cNvSpPr/>
          <p:nvPr/>
        </p:nvSpPr>
        <p:spPr>
          <a:xfrm>
            <a:off x="7537797" y="3189570"/>
            <a:ext cx="1627500" cy="584400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(Nó Operacional)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5" name="Google Shape;145;gc092896149_1_24"/>
          <p:cNvSpPr/>
          <p:nvPr/>
        </p:nvSpPr>
        <p:spPr>
          <a:xfrm>
            <a:off x="7641957" y="4296338"/>
            <a:ext cx="1278300" cy="538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Tratar Saída de Veículo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c092896149_1_24"/>
          <p:cNvSpPr/>
          <p:nvPr/>
        </p:nvSpPr>
        <p:spPr>
          <a:xfrm>
            <a:off x="2035125" y="3097655"/>
            <a:ext cx="1336500" cy="914400"/>
          </a:xfrm>
          <a:prstGeom prst="rect">
            <a:avLst/>
          </a:prstGeom>
          <a:solidFill>
            <a:srgbClr val="3D85C6"/>
          </a:solidFill>
          <a:ln cap="flat" cmpd="sng" w="12700">
            <a:solidFill>
              <a:srgbClr val="1155C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Fornecedor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gc092896149_1_24"/>
          <p:cNvCxnSpPr>
            <a:stCxn id="146" idx="3"/>
            <a:endCxn id="144" idx="2"/>
          </p:cNvCxnSpPr>
          <p:nvPr/>
        </p:nvCxnSpPr>
        <p:spPr>
          <a:xfrm>
            <a:off x="3371625" y="3554855"/>
            <a:ext cx="4166100" cy="6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rgbClr val="3C7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48" name="Google Shape;148;gc092896149_1_24"/>
          <p:cNvCxnSpPr>
            <a:stCxn id="144" idx="3"/>
            <a:endCxn id="145" idx="0"/>
          </p:cNvCxnSpPr>
          <p:nvPr/>
        </p:nvCxnSpPr>
        <p:spPr>
          <a:xfrm>
            <a:off x="8278497" y="3773970"/>
            <a:ext cx="2700" cy="5223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49" name="Google Shape;149;gc092896149_1_24"/>
          <p:cNvSpPr/>
          <p:nvPr/>
        </p:nvSpPr>
        <p:spPr>
          <a:xfrm>
            <a:off x="7640700" y="4304450"/>
            <a:ext cx="1278300" cy="522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38761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Comprar produtos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0" name="Google Shape;150;gc092896149_1_24"/>
          <p:cNvSpPr/>
          <p:nvPr/>
        </p:nvSpPr>
        <p:spPr>
          <a:xfrm>
            <a:off x="7542300" y="3181400"/>
            <a:ext cx="1627500" cy="584400"/>
          </a:xfrm>
          <a:prstGeom prst="cube">
            <a:avLst>
              <a:gd fmla="val 25000" name="adj"/>
            </a:avLst>
          </a:prstGeom>
          <a:solidFill>
            <a:srgbClr val="F1C232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Compras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(nó operacional)</a:t>
            </a:r>
            <a:endParaRPr sz="1000"/>
          </a:p>
        </p:txBody>
      </p:sp>
      <p:sp>
        <p:nvSpPr>
          <p:cNvPr id="151" name="Google Shape;151;gc092896149_1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Cená</a:t>
            </a:r>
            <a:r>
              <a:rPr lang="pt-BR"/>
              <a:t>rio: Vender Produtos</a:t>
            </a:r>
            <a:endParaRPr/>
          </a:p>
        </p:txBody>
      </p:sp>
      <p:sp>
        <p:nvSpPr>
          <p:cNvPr id="152" name="Google Shape;152;gc092896149_1_24"/>
          <p:cNvSpPr/>
          <p:nvPr/>
        </p:nvSpPr>
        <p:spPr>
          <a:xfrm>
            <a:off x="6546142" y="2321866"/>
            <a:ext cx="3610800" cy="2875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c092896149_2_4"/>
          <p:cNvSpPr/>
          <p:nvPr/>
        </p:nvSpPr>
        <p:spPr>
          <a:xfrm>
            <a:off x="7537797" y="3189570"/>
            <a:ext cx="1627500" cy="584400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(Nó Operacional)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8" name="Google Shape;158;gc092896149_2_4"/>
          <p:cNvSpPr/>
          <p:nvPr/>
        </p:nvSpPr>
        <p:spPr>
          <a:xfrm>
            <a:off x="7641957" y="4296338"/>
            <a:ext cx="1278300" cy="538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Tratar Saída de Veículo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c092896149_2_4"/>
          <p:cNvCxnSpPr>
            <a:stCxn id="160" idx="3"/>
            <a:endCxn id="157" idx="2"/>
          </p:cNvCxnSpPr>
          <p:nvPr/>
        </p:nvCxnSpPr>
        <p:spPr>
          <a:xfrm>
            <a:off x="3371697" y="3554220"/>
            <a:ext cx="41661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38761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61" name="Google Shape;161;gc092896149_2_4"/>
          <p:cNvCxnSpPr>
            <a:stCxn id="157" idx="3"/>
            <a:endCxn id="158" idx="0"/>
          </p:cNvCxnSpPr>
          <p:nvPr/>
        </p:nvCxnSpPr>
        <p:spPr>
          <a:xfrm>
            <a:off x="8278497" y="3773970"/>
            <a:ext cx="2700" cy="5223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62" name="Google Shape;162;gc092896149_2_4"/>
          <p:cNvSpPr/>
          <p:nvPr/>
        </p:nvSpPr>
        <p:spPr>
          <a:xfrm>
            <a:off x="7640700" y="4304450"/>
            <a:ext cx="1278300" cy="5223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2700">
            <a:solidFill>
              <a:srgbClr val="38761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Terceirizar manutenção de </a:t>
            </a:r>
            <a:r>
              <a:rPr lang="pt-BR" sz="1100">
                <a:solidFill>
                  <a:schemeClr val="lt1"/>
                </a:solidFill>
              </a:rPr>
              <a:t>produtos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63" name="Google Shape;163;gc092896149_2_4"/>
          <p:cNvSpPr/>
          <p:nvPr/>
        </p:nvSpPr>
        <p:spPr>
          <a:xfrm>
            <a:off x="7542300" y="3181400"/>
            <a:ext cx="1627500" cy="584400"/>
          </a:xfrm>
          <a:prstGeom prst="cube">
            <a:avLst>
              <a:gd fmla="val 25000" name="adj"/>
            </a:avLst>
          </a:prstGeom>
          <a:solidFill>
            <a:srgbClr val="F1C232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Manutenção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(nó operacional)</a:t>
            </a:r>
            <a:endParaRPr sz="1000"/>
          </a:p>
        </p:txBody>
      </p:sp>
      <p:sp>
        <p:nvSpPr>
          <p:cNvPr id="164" name="Google Shape;164;gc092896149_2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Cenário: Prestar Serviço de Manutenção</a:t>
            </a:r>
            <a:endParaRPr/>
          </a:p>
        </p:txBody>
      </p:sp>
      <p:cxnSp>
        <p:nvCxnSpPr>
          <p:cNvPr id="165" name="Google Shape;165;gc092896149_2_4"/>
          <p:cNvCxnSpPr/>
          <p:nvPr/>
        </p:nvCxnSpPr>
        <p:spPr>
          <a:xfrm>
            <a:off x="8278497" y="3773970"/>
            <a:ext cx="2700" cy="5223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66" name="Google Shape;166;gc092896149_2_4"/>
          <p:cNvSpPr/>
          <p:nvPr/>
        </p:nvSpPr>
        <p:spPr>
          <a:xfrm>
            <a:off x="6546142" y="2321866"/>
            <a:ext cx="3610800" cy="28758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c092896149_2_4"/>
          <p:cNvSpPr/>
          <p:nvPr/>
        </p:nvSpPr>
        <p:spPr>
          <a:xfrm>
            <a:off x="2035188" y="3097330"/>
            <a:ext cx="1336500" cy="914400"/>
          </a:xfrm>
          <a:prstGeom prst="rect">
            <a:avLst/>
          </a:prstGeom>
          <a:solidFill>
            <a:srgbClr val="38761D"/>
          </a:solidFill>
          <a:ln cap="flat" cmpd="sng" w="12700">
            <a:solidFill>
              <a:srgbClr val="38761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>
                <a:solidFill>
                  <a:srgbClr val="FFFFFF"/>
                </a:solidFill>
              </a:rPr>
              <a:t>Terceiro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