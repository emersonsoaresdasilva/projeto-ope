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454">
          <p15:clr>
            <a:srgbClr val="9AA0A6"/>
          </p15:clr>
        </p15:guide>
      </p15:sldGuideLst>
    </p:ext>
    <p:ext uri="http://customooxmlschemas.google.com/">
      <go:slidesCustomData xmlns:go="http://customooxmlschemas.google.com/" r:id="rId11" roundtripDataSignature="AMtx7mhVyAMuVXuBan/r5qLCt7pQkQVvA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454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customschemas.google.com/relationships/presentationmetadata" Target="metadata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c5568ad190_0_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c5568ad190_0_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c5568ad190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gc5568ad190_0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c932e3fb4b_0_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c932e3fb4b_0_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c5568ad190_0_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gc5568ad190_0_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00FF00"/>
              </a:highlight>
            </a:endParaRPr>
          </a:p>
        </p:txBody>
      </p:sp>
      <p:pic>
        <p:nvPicPr>
          <p:cNvPr id="89" name="Google Shape;89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7663" y="1690688"/>
            <a:ext cx="8336683" cy="4862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c5568ad190_0_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</a:t>
            </a:r>
            <a:endParaRPr/>
          </a:p>
        </p:txBody>
      </p:sp>
      <p:pic>
        <p:nvPicPr>
          <p:cNvPr id="95" name="Google Shape;95;gc5568ad190_0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14463" y="1690825"/>
            <a:ext cx="9363075" cy="3933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c5568ad190_0_1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Tratar Devoluções</a:t>
            </a:r>
            <a:endParaRPr>
              <a:highlight>
                <a:srgbClr val="FF0000"/>
              </a:highlight>
            </a:endParaRPr>
          </a:p>
        </p:txBody>
      </p:sp>
      <p:pic>
        <p:nvPicPr>
          <p:cNvPr id="101" name="Google Shape;101;gc5568ad190_0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50" y="1690825"/>
            <a:ext cx="8572500" cy="400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c932e3fb4b_0_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/>
          </a:p>
        </p:txBody>
      </p:sp>
      <p:pic>
        <p:nvPicPr>
          <p:cNvPr id="107" name="Google Shape;107;gc932e3fb4b_0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5875" y="1690825"/>
            <a:ext cx="6900250" cy="36521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c5568ad190_0_1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Terceirizar Manutenção de Produtos</a:t>
            </a:r>
            <a:endParaRPr/>
          </a:p>
        </p:txBody>
      </p:sp>
      <p:pic>
        <p:nvPicPr>
          <p:cNvPr id="113" name="Google Shape;113;gc5568ad190_0_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7375" y="1690825"/>
            <a:ext cx="8477250" cy="402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2019-12-11T13:11:31Z</dcterms:created>
  <dc:creator>Osvaldo Takai</dc:creator>
</cp:coreProperties>
</file>