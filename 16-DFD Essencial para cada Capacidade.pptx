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54">
          <p15:clr>
            <a:srgbClr val="9AA0A6"/>
          </p15:clr>
        </p15:guide>
      </p15:sldGuideLst>
    </p:ext>
    <p:ext uri="http://customooxmlschemas.google.com/">
      <go:slidesCustomData xmlns:go="http://customooxmlschemas.google.com/" r:id="rId12" roundtripDataSignature="AMtx7mipQCywAdoCZYCwxg4fJW8hr4/t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customschemas.google.com/relationships/presentationmetadata" Target="metadata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c5568ad19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c5568ad19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d66322a10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d66322a101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5568ad19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c5568ad19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932e3fb4b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c932e3fb4b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c5568ad190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c5568ad190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00FF00"/>
              </a:highlight>
            </a:endParaRPr>
          </a:p>
        </p:txBody>
      </p:sp>
      <p:pic>
        <p:nvPicPr>
          <p:cNvPr id="89" name="Google Shape;89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7475" y="1690688"/>
            <a:ext cx="8237041" cy="4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c5568ad190_0_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</a:t>
            </a:r>
            <a:endParaRPr/>
          </a:p>
        </p:txBody>
      </p:sp>
      <p:pic>
        <p:nvPicPr>
          <p:cNvPr id="95" name="Google Shape;95;gc5568ad19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05238" y="1690825"/>
            <a:ext cx="4581525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d66322a101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Realizar Manutenção</a:t>
            </a:r>
            <a:endParaRPr/>
          </a:p>
        </p:txBody>
      </p:sp>
      <p:pic>
        <p:nvPicPr>
          <p:cNvPr id="101" name="Google Shape;101;gd66322a10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2275" y="1656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5568ad190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7" name="Google Shape;107;gc5568ad190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2613" y="1690825"/>
            <a:ext cx="8486775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c932e3fb4b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/>
          </a:p>
        </p:txBody>
      </p:sp>
      <p:pic>
        <p:nvPicPr>
          <p:cNvPr id="113" name="Google Shape;113;gc932e3fb4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9375" y="1690825"/>
            <a:ext cx="6953250" cy="430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c5568ad190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Terceirizar Manutenção de Produtos</a:t>
            </a:r>
            <a:endParaRPr/>
          </a:p>
        </p:txBody>
      </p:sp>
      <p:pic>
        <p:nvPicPr>
          <p:cNvPr id="119" name="Google Shape;119;gc5568ad190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3025" y="1690825"/>
            <a:ext cx="9505950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