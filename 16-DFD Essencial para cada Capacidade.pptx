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54">
          <p15:clr>
            <a:srgbClr val="9AA0A6"/>
          </p15:clr>
        </p15:guide>
      </p15:sldGuideLst>
    </p:ext>
    <p:ext uri="http://customooxmlschemas.google.com/">
      <go:slidesCustomData xmlns:go="http://customooxmlschemas.google.com/" r:id="rId11" roundtripDataSignature="AMtx7mj979Ky3VkfGseo7DVizihNDZ1N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customschemas.google.com/relationships/presentationmetadata" Target="metadata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c5568ad190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c5568ad190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c5568ad190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c5568ad190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932e3fb4b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c932e3fb4b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c5568ad190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c5568ad190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00FF00"/>
              </a:highlight>
            </a:endParaRPr>
          </a:p>
        </p:txBody>
      </p:sp>
      <p:pic>
        <p:nvPicPr>
          <p:cNvPr id="89" name="Google Shape;89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7663" y="1690688"/>
            <a:ext cx="8336683" cy="4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c5568ad190_0_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</a:t>
            </a:r>
            <a:endParaRPr/>
          </a:p>
        </p:txBody>
      </p:sp>
      <p:pic>
        <p:nvPicPr>
          <p:cNvPr id="95" name="Google Shape;95;gc5568ad19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9700" y="1690825"/>
            <a:ext cx="937260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c5568ad190_0_1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1" name="Google Shape;101;gc5568ad190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0" y="1690825"/>
            <a:ext cx="8572500" cy="400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c932e3fb4b_0_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/>
          </a:p>
        </p:txBody>
      </p:sp>
      <p:pic>
        <p:nvPicPr>
          <p:cNvPr id="107" name="Google Shape;107;gc932e3fb4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5875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c5568ad190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Terceirizar Manutenção de Produtos</a:t>
            </a:r>
            <a:endParaRPr/>
          </a:p>
        </p:txBody>
      </p:sp>
      <p:pic>
        <p:nvPicPr>
          <p:cNvPr id="113" name="Google Shape;113;gc5568ad190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7375" y="1690825"/>
            <a:ext cx="8477250" cy="402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