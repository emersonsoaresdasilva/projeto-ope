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454">
          <p15:clr>
            <a:srgbClr val="9AA0A6"/>
          </p15:clr>
        </p15:guide>
      </p15:sldGuideLst>
    </p:ext>
    <p:ext uri="http://customooxmlschemas.google.com/">
      <go:slidesCustomData xmlns:go="http://customooxmlschemas.google.com/" r:id="rId12" roundtripDataSignature="AMtx7mjZ1aegdjMb0ZqmnZ/2VFFY5Xgrk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454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2" Type="http://customschemas.google.com/relationships/presentationmetadata" Target="metadata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pt-BR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c5568ad190_0_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gc5568ad190_0_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d66322a101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gd66322a101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c5568ad190_0_1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gc5568ad190_0_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c932e3fb4b_0_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gc932e3fb4b_0_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c5568ad190_0_1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gc5568ad190_0_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nteúdo" type="obj">
  <p:cSld name="OBJECT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de Título" type="title">
  <p:cSld name="TITLE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5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4" name="Google Shape;24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beçalho da Seção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6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uas Partes de Conteúdo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7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ção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8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8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8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8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mente Título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 Branco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údo com Legenda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1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11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m com Legenda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2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8" name="Google Shape;68;p12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Texto Vertical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3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o e Título Vertical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4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4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Vender Produtos</a:t>
            </a:r>
            <a:endParaRPr>
              <a:highlight>
                <a:srgbClr val="00FF00"/>
              </a:highlight>
            </a:endParaRPr>
          </a:p>
        </p:txBody>
      </p:sp>
      <p:pic>
        <p:nvPicPr>
          <p:cNvPr id="89" name="Google Shape;89;p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27663" y="1690688"/>
            <a:ext cx="8336683" cy="48625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c5568ad190_0_9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Atender Solicitação de Suporte</a:t>
            </a:r>
            <a:endParaRPr/>
          </a:p>
        </p:txBody>
      </p:sp>
      <p:pic>
        <p:nvPicPr>
          <p:cNvPr id="95" name="Google Shape;95;gc5568ad190_0_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38550" y="1690825"/>
            <a:ext cx="4914900" cy="3829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d66322a101_0_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Realizar Manutenção</a:t>
            </a:r>
            <a:endParaRPr/>
          </a:p>
        </p:txBody>
      </p:sp>
      <p:pic>
        <p:nvPicPr>
          <p:cNvPr id="101" name="Google Shape;101;gd66322a101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62275" y="1656825"/>
            <a:ext cx="6267450" cy="3924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c5568ad190_0_13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Tratar Devoluções</a:t>
            </a:r>
            <a:endParaRPr>
              <a:highlight>
                <a:srgbClr val="FF0000"/>
              </a:highlight>
            </a:endParaRPr>
          </a:p>
        </p:txBody>
      </p:sp>
      <p:pic>
        <p:nvPicPr>
          <p:cNvPr id="107" name="Google Shape;107;gc5568ad190_0_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09750" y="1690825"/>
            <a:ext cx="8572500" cy="4000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c932e3fb4b_0_8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Comprar Produtos</a:t>
            </a:r>
            <a:endParaRPr/>
          </a:p>
        </p:txBody>
      </p:sp>
      <p:pic>
        <p:nvPicPr>
          <p:cNvPr id="113" name="Google Shape;113;gc932e3fb4b_0_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19375" y="1690825"/>
            <a:ext cx="6953250" cy="4305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c5568ad190_0_17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Terceirizar Manutenção de Produtos</a:t>
            </a:r>
            <a:endParaRPr/>
          </a:p>
        </p:txBody>
      </p:sp>
      <p:pic>
        <p:nvPicPr>
          <p:cNvPr id="119" name="Google Shape;119;gc5568ad190_0_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57375" y="1690825"/>
            <a:ext cx="8477250" cy="4029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2019-12-11T13:11:31Z</dcterms:created>
  <dc:creator>Osvaldo Takai</dc:creator>
</cp:coreProperties>
</file>