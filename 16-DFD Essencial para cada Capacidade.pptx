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1" roundtripDataSignature="AMtx7mhPScdPOLKvLMngVj81/p7+Qj+Q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932e3fb4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c932e3fb4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932e3fb4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c932e3fb4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5568ad19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c5568ad190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5568ad190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c5568ad190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5568ad190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c5568ad190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Vender Produtos</a:t>
            </a:r>
            <a:endParaRPr>
              <a:highlight>
                <a:srgbClr val="00FF00"/>
              </a:highlight>
            </a:endParaRPr>
          </a:p>
        </p:txBody>
      </p:sp>
      <p:pic>
        <p:nvPicPr>
          <p:cNvPr id="89" name="Google Shape;8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563" y="1690688"/>
            <a:ext cx="8170866" cy="486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932e3fb4b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Comprar Produtos</a:t>
            </a:r>
            <a:endParaRPr/>
          </a:p>
        </p:txBody>
      </p:sp>
      <p:pic>
        <p:nvPicPr>
          <p:cNvPr id="95" name="Google Shape;95;gc932e3fb4b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225" y="1690825"/>
            <a:ext cx="630555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932e3fb4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Realizar Manutenção</a:t>
            </a:r>
            <a:endParaRPr/>
          </a:p>
        </p:txBody>
      </p:sp>
      <p:pic>
        <p:nvPicPr>
          <p:cNvPr id="101" name="Google Shape;101;gc932e3fb4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063" y="1690825"/>
            <a:ext cx="2521871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5568ad190_0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Atender Solicitação</a:t>
            </a:r>
            <a:endParaRPr/>
          </a:p>
        </p:txBody>
      </p:sp>
      <p:pic>
        <p:nvPicPr>
          <p:cNvPr id="107" name="Google Shape;107;gc5568ad190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700" y="1690825"/>
            <a:ext cx="8908599" cy="43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5568ad190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Tratar Devoluções</a:t>
            </a:r>
            <a:endParaRPr>
              <a:highlight>
                <a:srgbClr val="FF0000"/>
              </a:highlight>
            </a:endParaRPr>
          </a:p>
        </p:txBody>
      </p:sp>
      <p:pic>
        <p:nvPicPr>
          <p:cNvPr id="113" name="Google Shape;113;gc5568ad190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5113" y="1690825"/>
            <a:ext cx="8101774" cy="436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5568ad190_0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Capacidade: </a:t>
            </a:r>
            <a:r>
              <a:rPr b="1" lang="pt-BR"/>
              <a:t>Terceirizar Manutenção de Produtos</a:t>
            </a:r>
            <a:endParaRPr/>
          </a:p>
        </p:txBody>
      </p:sp>
      <p:pic>
        <p:nvPicPr>
          <p:cNvPr id="119" name="Google Shape;119;gc5568ad190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850" y="1690825"/>
            <a:ext cx="849630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2019-12-11T13:11:31Z</dcterms:created>
  <dc:creator>Osvaldo Takai</dc:creator>
</cp:coreProperties>
</file>