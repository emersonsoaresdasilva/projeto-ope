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r:id="rId10" roundtripDataSignature="AMtx7mhwvj/2BAqQ04FxPO30lAakrIli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0" Type="http://customschemas.google.com/relationships/presentationmetadata" Target="metadata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c5568ad190_0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c5568ad190_0_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c5568ad190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c5568ad190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c932e3fb4b_0_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c932e3fb4b_0_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c5568ad190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gc5568ad190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00FF00"/>
              </a:highlight>
            </a:endParaRPr>
          </a:p>
        </p:txBody>
      </p:sp>
      <p:pic>
        <p:nvPicPr>
          <p:cNvPr id="89" name="Google Shape;89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77788" y="1690688"/>
            <a:ext cx="7036413" cy="48625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c5568ad190_0_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</a:t>
            </a:r>
            <a:endParaRPr/>
          </a:p>
        </p:txBody>
      </p:sp>
      <p:pic>
        <p:nvPicPr>
          <p:cNvPr id="95" name="Google Shape;95;gc5568ad190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5388" y="1690825"/>
            <a:ext cx="9801225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c5568ad190_0_1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Tratar Devoluções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01" name="Google Shape;101;gc5568ad190_0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43125" y="1690825"/>
            <a:ext cx="7905750" cy="419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c932e3fb4b_0_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/>
          </a:p>
        </p:txBody>
      </p:sp>
      <p:pic>
        <p:nvPicPr>
          <p:cNvPr id="107" name="Google Shape;107;gc932e3fb4b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125" y="1690825"/>
            <a:ext cx="10191750" cy="449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c5568ad190_0_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Terceirizar Manutenção de Produtos</a:t>
            </a:r>
            <a:endParaRPr/>
          </a:p>
        </p:txBody>
      </p:sp>
      <p:pic>
        <p:nvPicPr>
          <p:cNvPr id="113" name="Google Shape;113;gc5568ad190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690825"/>
            <a:ext cx="10363200" cy="421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